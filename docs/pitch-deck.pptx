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ESSEN MEDICAL ASSOCIATES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A3E0"/>
                </a:solidFill>
                <a:latin typeface="Calibri"/>
              </a:defRPr>
            </a:pPr>
            <a:r>
              <a:t>Credentialing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Replacing PARCS with an intelligent, automated credentialing system that cuts onboarding time by 60%, eliminates manual verification bottlenecks, and ensures continuous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Prepared for: Essen Medical Leadership    |    Date: April 2026    |    Status: Production-Ready (v1.0)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PARCS Is Holding Essen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current credentialing system creates delays, compliance risk, and staff burnout through manual processes that haven't changed in a decade.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Manual Verification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Staff manually navigate 12+ external websites to verify each provider's licenses, DEA, board certifications, and sanctions status. Each provider requires 2-4 hours of manual verification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9456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K: Drive Document Chaos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6974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Provider credential documents live on a shared K: drive requiring VPN. Files are unindexed, unsearchable, and inaccessible to remote staff. No version control or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Missed Expirations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No automated monitoring for credential expirations. Tracking happens in spreadsheets. Expired credentials are caught reactively - after they become compliance violations.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Enrollment Follow-Up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Payer enrollment follow-ups are tracked manually. Missed cadences delay provider activation by weeks. Revenue-generating providers sit idle waiting for payer enrollment.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54864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"We spend more time chasing paperwork and manually checking websites than we do actually credentialing providers."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Cost of Doing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Every day with PARCS costs Essen time, money, and compliance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3946"/>
                </a:solidFill>
                <a:latin typeface="Calibri"/>
              </a:defRPr>
            </a:pPr>
            <a:r>
              <a:t>45+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Days Average</a:t>
            </a:r>
            <a:br/>
            <a:r>
              <a:t>Onboarding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External Websites</a:t>
            </a:r>
            <a:br/>
            <a:r>
              <a:t>Checked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Calibri"/>
              </a:defRPr>
            </a:pPr>
            <a:r>
              <a:t>3-4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Per Provider</a:t>
            </a:r>
            <a:br/>
            <a:r>
              <a:t>Manual PSV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3946"/>
                </a:solidFill>
                <a:latin typeface="Calibri"/>
              </a:defRPr>
            </a:pPr>
            <a:r>
              <a:t>$$$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Revenue Lost Per Day</a:t>
            </a:r>
            <a:br/>
            <a:r>
              <a:t>Provider Sits Idle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6984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Manual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Automated Verifications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Real-Time Expirable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An Intelligent Credentialing Platform Built for 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A unified, web-based platform that automates verification, tracks compliance in real time, and gives every team member the tools they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Provider</a:t>
            </a:r>
            <a:br/>
            <a: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Onboarding</a:t>
            </a:r>
            <a:br/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Committee</a:t>
            </a:r>
            <a:br/>
            <a: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Enrollment</a:t>
            </a:r>
            <a:br/>
            <a:r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Expirables</a:t>
            </a:r>
            <a:br/>
            <a:r>
              <a:t>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PSV Bots</a:t>
            </a:r>
            <a:br/>
            <a:r>
              <a:t>(Automation)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Sanctions</a:t>
            </a:r>
            <a:br/>
            <a:r>
              <a:t>Checking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NY Medicaid</a:t>
            </a:r>
            <a:br/>
            <a:r>
              <a:t>&amp; ETIN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Hospital</a:t>
            </a:r>
            <a:br/>
            <a:r>
              <a:t>Privileges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NPDB</a:t>
            </a:r>
            <a:br/>
            <a:r>
              <a:t>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698480" cy="640080"/>
          </a:xfrm>
          <a:prstGeom prst="round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937760"/>
            <a:ext cx="54864" cy="640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10 integrated modules. One platform. Complete credentialing lifecycle from outreach to ongoing compliance.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Purpose-built for healthcare credentialing, not adapted from generic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Automated PSV 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Playwright-powered bots verify licenses, DEA, board certs, sanctions (OIG &amp; SAM), and NPDB. 10+ bot types with retry logic, MFA support, and PDF capture.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Intelligent Document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Azure AI Document Intelligence extracts data from uploaded credentials and auto-fills the application. 85%+ confidence threshold with human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Expirable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20+ credential types tracked with automated 90/60/30/14/7-day alerts. Nightly scans detect expirations. Bot-assisted renewal 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Committee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Auto-generated summary sheets and agendas. One-click provider approval with full audit trail. Conditional approvals with item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Enrollment Cadence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Per-payer follow-up cadences with automated alerts. Portal-bot enrollment submissions. FTP roster generation. Gap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HIPAA-Compliant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AES-256-GCM encryption for all PHI. Azure AD SSO. Role-based access with 5 permission levels. Immutable audit logs for 10+ years.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PARCS vs. ESSEN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41148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PARCS (Current)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ESSEN Platform (New)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License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01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navigate to state board, search, screenshot, save to K: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01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bot verifies all 50 states, saves timestamped PDF, updates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95728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6160" y="2395728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2395728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DEA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log into DEA portal, handle MFA, screenshot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bot handles TOTP MFA, verifies, captures PDF in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62656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0" y="2962656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2962656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35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Sanctions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035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search OIG and SAM.gov separately per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035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initial + monthly rechecks for all providers. Hard-stop on exclusions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29584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66160" y="3529584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3529584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602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Document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602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K: drive folders, VPN required, no version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602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Azure Blob Storage, web-accessible, versioned, SAS-secured, indexed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96512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66160" y="4096512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0" y="4096512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Expirable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1696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Spreadsheets, manual checks, reactive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1696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Nightly automated scans, 90-day advance alerts, bot-assisted renewal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663440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66160" y="4663440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0" y="4663440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736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Committee 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736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 summary sheets, hand-assembled packets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736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Auto-generated summary sheets, one-click agenda creation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230368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566160" y="5230368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72400" y="5230368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303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Provider Application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Paper forms, emailed documents, manual data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Online portal with OCR auto-fill, CAQH/iCIMS data ingestion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797296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66160" y="5797296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0" y="5797296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Enrollment Follow-Up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5870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 tracking, missed cadences, no accountability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5870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Configurable cadences with automated alerts, follow-up log, audit trail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on Enterprise-Grade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Modern, secure, scalable - aligned with Essen's existing Microsoft/Azure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tRPC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Prisma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BullMQ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59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59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Auth.js v5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AD SSO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Blob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Key Vault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59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59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AI OCR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SendGrid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103120"/>
            <a:ext cx="5303520" cy="411480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7799"/>
                </a:solidFill>
                <a:latin typeface="Consolas"/>
              </a:defRPr>
            </a:pPr>
            <a:r>
              <a:t>// Two-container architecture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00A3E0"/>
                </a:solidFill>
                <a:latin typeface="Consolas"/>
              </a:defRPr>
            </a:pPr>
            <a:r>
              <a:t>Web Container (:6015)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UI (React + shadcn/ui)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API (tRPC + Prisma)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Auth (Azure AD SSO)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└── Real-time (Socket.io)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00B67A"/>
                </a:solidFill>
                <a:latin typeface="Consolas"/>
              </a:defRPr>
            </a:pPr>
            <a:r>
              <a:t>Worker Container (:6025)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PSV Bots (Playwright)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Enrollment Bots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Scheduled Jobs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└── Bull Board (monitoring)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7799"/>
                </a:solidFill>
                <a:latin typeface="Consolas"/>
              </a:defRPr>
            </a:pPr>
            <a:r>
              <a:t>// Shared 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F4A261"/>
                </a:solidFill>
                <a:latin typeface="Consolas"/>
              </a:defRPr>
            </a:pPr>
            <a:r>
              <a:t>PostgreSQL + Redis + Azure Blob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HIPAA-Ready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Security isn't an afterthought - it's embedded in every layer of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AES-256-GCM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SSN, DOB, and all PHI encrypted at application layer. Double protection with PostgreSQL at-rest encryption.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Azure AD Single Sign-On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staff authenticate through Essen's Azure AD tenant with MFA enforcement. No separate passwords.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Role-Based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5 distinct roles with granular permissions. Each role sees only what they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Immutable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Every action logged with timestamp, actor, and before/after values. 10-year retention.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Azure Key Vault for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API keys, portal credentials, TOTP secrets stored in Key Vault. Zero secrets in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Secure File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434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Azure Blob Storage with no public access. Time-limited SAS tokens. RBAC via Managed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PHI-Safe Bot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SSN decrypted only in-memory during bot operations. Never logged or stored in plaintext.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NPDB Confidentiality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NPDB results restricted to Managers and Admins per 45 CFR Part 60.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Connected to Every System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21 external integrations pre-built, covering data ingestion, verification, enrollment, and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3E0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iCIMS HRIS - auto-import provider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CAQH - pull credentials + push practice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Azure AI OCR - extract data from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PSV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State License Boards - all 50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DEA - with automated TOTP MFA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NCCPA, ABIM, ABFM - board certs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770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OIG + SAM.gov - sanctions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NPDB - initial + continuous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Enrollment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My Practice Profile - UHC / UBH Optum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Availity - Anthem / Carelon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Verity - Archcare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8770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EyeMed - EyeMed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eMedNY - NY Medicaid 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7548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SFTP - roster uploads to payer FTP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platform pays for itself through time savings, faster revenue activation, and compliance risk reduction.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67A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Reduction in</a:t>
            </a:r>
            <a:br/>
            <a:r>
              <a:t>Onboarding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From 45+ days to under 18 days through automation, OCR, and parallel bot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3E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Reduction in</a:t>
            </a:r>
            <a:br/>
            <a:r>
              <a:t>Manual PSV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3-4 hours per provider replaced by bots that run in minutes with zero human involvement.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Expirable Compliance</a:t>
            </a:r>
            <a:br/>
            <a: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Automated monitoring of 20+ credential types. No more expired licenses discovered after the fact.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E8FBF2"/>
          </a:solidFill>
          <a:ln w="12700">
            <a:solidFill>
              <a:srgbClr val="B0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Additional License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Team, One Language (TypeScript)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10yr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Audit Retention Built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Designed for Every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Role-specific interfaces that surface exactly what each user needs - nothing more, nothing 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1645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Credentialing Specialists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Pipeline view of all assigned providers. One-click bot triggers. Task management. Communication log. Follow-up reminders. Real-time verification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4864" cy="16459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Credentialing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6060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Full pipeline visibility. Committee session management. Auto-generated agendas. One-click approvals. Team oversight. Reporting and data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4864" cy="1645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Committee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Read-only access to committee sessions. Provider summary sheets at a glance. Approval voting with comments. Clean, focused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02336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4023360"/>
            <a:ext cx="54864" cy="1645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Providers (External)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617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Self-service application portal. Drag-and-drop document upload with OCR auto-fill. Real-time checklist. Progress tracking. Electronic signature.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Ready Now, Growing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platform is deployed and production-ready. Here's the roadmap for full organizational rollout.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182880" cy="182880"/>
          </a:xfrm>
          <a:prstGeom prst="ellipse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8136" y="2194560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Core Platform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10 modules implemented, tested (234 tests, 100% pass), deployed to production.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108960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" y="3291839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Integration 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Connect iCIMS, CAQH, Azure AD production tenant. Configure Key Vault. Activate PSV bots.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206240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6" y="4389120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Staff Training &amp;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Train credentialing team. Pilot with 10-20 providers in parallel with PARCS.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303519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1663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Full Rollout &amp; PARCS Sunset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Migrate all active providers. Decommission PARCS. Full production operations.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20240"/>
            <a:ext cx="5303520" cy="438912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What's Already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Provider onboarding portal with OCR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Staff onboarding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Committee review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Enrollment management + follow-up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Expirables tracking with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PSV bot framework (10+ bot types)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Role-based access control (5 roles)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Azure Blob document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Immutable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Production deployment + SSL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914400"/>
            <a:ext cx="155448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Transform</a:t>
            </a:r>
            <a:br/>
            <a:r>
              <a:t>Credentialing at 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  <a:latin typeface="Calibri"/>
              </a:defRPr>
            </a:pPr>
            <a:r>
              <a:t>The platform is built, tested, and deployed. The next step is activating integrations, training the team, and beginning the pilot. Every day with PARCS is a day of lost efficiency and compliance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3E0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Approve &amp; Fund</a:t>
            </a:r>
            <a:br/>
            <a:r>
              <a:t>Integration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67A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Train Team</a:t>
            </a:r>
            <a:br/>
            <a:r>
              <a:t>&amp;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A261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Full Rollout</a:t>
            </a:r>
            <a:br/>
            <a:r>
              <a:t>&amp; PARCS Sunset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6688"/>
                </a:solidFill>
                <a:latin typeface="Calibri"/>
              </a:defRPr>
            </a:pPr>
            <a:r>
              <a:t>ESSEN Credentialing Platform  •  credentialing.hdpulseai.com  •  Essen Medical Associates  • 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